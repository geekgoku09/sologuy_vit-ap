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Digital Twin Architecture (Prediabetes &amp; T2D India Context)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554480" cy="2743200"/>
          </a:xfrm>
          <a:prstGeom prst="rect">
            <a:avLst/>
          </a:prstGeom>
          <a:solidFill>
            <a:srgbClr val="0072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1. Data Streams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Static EHR + Dynamic CGM, Wearable, Meals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8840" y="1828800"/>
            <a:ext cx="1554480" cy="2743200"/>
          </a:xfrm>
          <a:prstGeom prst="rect">
            <a:avLst/>
          </a:prstGeom>
          <a:solidFill>
            <a:srgbClr val="0072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2. Harmonisation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5-Min Canonical Grid, Causal Forward-Fill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828800"/>
            <a:ext cx="1554480" cy="2743200"/>
          </a:xfrm>
          <a:prstGeom prst="rect">
            <a:avLst/>
          </a:prstGeom>
          <a:solidFill>
            <a:srgbClr val="0072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3. Twin Core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PatientState (Baseline, Gain, Decay, Uncertainty)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2120" y="1828800"/>
            <a:ext cx="1554480" cy="2743200"/>
          </a:xfrm>
          <a:prstGeom prst="rect">
            <a:avLst/>
          </a:prstGeom>
          <a:solidFill>
            <a:srgbClr val="0072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4. Fusion Forecaster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LightGBM + Quantile Trajectories + What-If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828800"/>
            <a:ext cx="1554480" cy="2743200"/>
          </a:xfrm>
          <a:prstGeom prst="rect">
            <a:avLst/>
          </a:prstGeom>
          <a:solidFill>
            <a:srgbClr val="009E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5. Doctor Dashboard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6-Panel Streamlit Dashboard &amp; AGP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