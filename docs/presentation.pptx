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PoC Digital Twin for T2D &amp; Prediabetes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Multi-Stream Fusion Forecaster &amp; What-If Engine</a:t>
            </a:r>
          </a:p>
          <a:p>
            <a:r>
              <a:t>TEAM_NAME (2026)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India Context &amp; Healthcare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101 Million people with diabetes in India</a:t>
            </a:r>
          </a:p>
          <a:p>
            <a:r>
              <a:t>• 136 Million people with prediabetes (ICMR-INDIAB 2023)</a:t>
            </a:r>
          </a:p>
          <a:p>
            <a:r>
              <a:t>• Acute postprandial glucose spikes (&gt;180 mg/dL) drive microvascular complications</a:t>
            </a:r>
          </a:p>
          <a:p>
            <a:r>
              <a:t>• Need for predictive forward warning &amp; personalized intervention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